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718686-C091-6E47-4635-D27AACB51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7C88F79-BBE6-7351-53ED-2896AC6F2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30BE1CD-B8D6-D2C5-4B3F-7991BAA6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29/07/2025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8C949E0-BA6B-60DB-D4CC-55606C3E7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79F20E1-26E2-B372-0F49-90995E1EF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01042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4F2AE0-74AF-3DD9-7A36-21FCF4D84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3AFDFD1-ACEF-2411-D04D-38143AC9C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7B59CE5-F493-1C22-14CF-0588A079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29/07/2025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C35042D-B127-7B9A-AFEB-2476FD9E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464D54E-CB75-E010-26E6-44E3DEDDF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12936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298007-BEFC-F236-A13E-6CD8C5B44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E20F3DA-0A22-A5E3-BB76-F2D319892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7568993-5781-F032-B023-FAE209F62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29/07/2025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BE6EF35-BBEF-CA11-39F8-5A507995A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E9B6017-016B-1DD3-B1F7-23ECF0DF8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8205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9FB2B7-9039-A97D-8830-29E23F42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A6D401-DFBE-8865-6BA6-A92888618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3B07AA4-7E47-08EE-C0FC-D55E57B69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7EC0ED3-B9ED-09BC-691B-C38763601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29/07/2025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0E4C9A1-9782-4407-5346-EAC29C4CE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345B606-AFFF-FA8A-3ECB-5D6A9DFC5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184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93562C-3705-4CD3-8DD4-2EB5D802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B45F39C-6296-6A5E-FABE-802C6B01C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DD80599-EE8E-1AF0-B75B-659BCE9FD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CB5569E-AA24-4C28-F856-E1C734470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B992B42-6A8C-1755-0EED-06A32DED8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68A98EFC-ABA4-0779-E705-C5295A817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29/07/2025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1CD0BCC6-E9BE-94A1-FC19-B1ED754D7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55FD0CA-B9C0-6A83-AFB6-2F134EB59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18649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9494BA-F92B-677F-92BD-F96FB8E5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080DA6C-0C61-4A62-6F02-DBAECB29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29/07/2025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9C9E40-F7F9-0BE0-7CD4-F795F1720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68827FE-8500-9424-7AC7-823923ACA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67715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EBC8CEC-C22C-30EE-7466-8F634E9A5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29/07/2025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28160C6-FB4A-7BAF-5FF1-6A682CD70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D70A8AB-9BF3-4AA5-C2ED-293D9CF1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6501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EC1045-BA98-5748-D310-8706603DD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D8723CA-F865-22E2-3B96-156584892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0CE44E9-956A-E55E-53AE-F9A6ED67C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3B3ED25-BEB2-22B7-8D99-FAF6774DA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29/07/2025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0CC94DC-7199-7812-FD42-BDE157F2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F8DECD2-5C13-986A-498E-C0D96EC2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54085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43BA26-C09D-EBFB-5549-CB4D0C4EB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5655CFC-17A3-15FB-02CE-2285DE3A53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F00D582-3B56-D402-E733-6F30A2F3C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E7013A-56AF-0C07-C9B2-86946060E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29/07/2025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F2B761F-6E09-F6E9-D40E-CC1FDAA34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436202A-1DD3-6012-31BA-852BFC3B2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39830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8BEBD-B0E2-E744-BEAD-5E5DA86F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065444D-901A-293B-FFB5-FF068EC84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663A458-F4D4-7809-00AF-75DF3D60C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29/07/2025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9A6E17E-2AE7-7901-4C3E-F5351F0A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F0EC42D-EF38-6386-05B8-87A18CF1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26158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80020A69-60CA-017B-C254-C7B435E71A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D833613-E7BC-4B7B-AD31-D686E1A69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72B970E-1EB6-6BB6-F791-54BB6499C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29/07/2025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804E56-51F7-D2F5-3030-CA1BD1595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D5F01E5-8762-4274-C9DD-822B7E92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25274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F2FF406-0245-E8D3-44F9-22FC3F638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6BC809C-E4F6-50AA-6CD1-C4DA170B6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CA0B09A-E17F-8C4E-907D-E9664C2BD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88BA3-3677-42F1-90B8-66FDAEF4E117}" type="datetimeFigureOut">
              <a:rPr lang="nl-BE" smtClean="0"/>
              <a:t>29/07/2025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F924249-0C0D-DE22-A84B-448975B32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24A4236-3EA9-6302-8584-4BDA4E2C6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2696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 descr="Afbeelding met tekst, diagram, schermopname, lijn&#10;&#10;Door AI gegenereerde inhoud is mogelijk onjuist.">
            <a:extLst>
              <a:ext uri="{FF2B5EF4-FFF2-40B4-BE49-F238E27FC236}">
                <a16:creationId xmlns:a16="http://schemas.microsoft.com/office/drawing/2014/main" id="{F713D659-854E-8ED4-06C2-3808DB1AE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354844"/>
            <a:ext cx="6934200" cy="3578942"/>
          </a:xfrm>
          <a:prstGeom prst="rect">
            <a:avLst/>
          </a:prstGeom>
        </p:spPr>
      </p:pic>
      <p:pic>
        <p:nvPicPr>
          <p:cNvPr id="4" name="Afbeelding 3" descr="Afbeelding met tekst, schoeisel, statief, overdekt&#10;&#10;Door AI gegenereerde inhoud is mogelijk onjuist.">
            <a:extLst>
              <a:ext uri="{FF2B5EF4-FFF2-40B4-BE49-F238E27FC236}">
                <a16:creationId xmlns:a16="http://schemas.microsoft.com/office/drawing/2014/main" id="{E0CD7A97-9A1C-0919-A401-FAF6C2DA9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" y="211930"/>
            <a:ext cx="5153026" cy="386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7067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Breedbeeld</PresentationFormat>
  <Paragraphs>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Karnaukh</dc:creator>
  <cp:lastModifiedBy>Max Karnaukh</cp:lastModifiedBy>
  <cp:revision>4</cp:revision>
  <dcterms:created xsi:type="dcterms:W3CDTF">2025-07-23T21:09:39Z</dcterms:created>
  <dcterms:modified xsi:type="dcterms:W3CDTF">2025-07-29T15:18:56Z</dcterms:modified>
</cp:coreProperties>
</file>