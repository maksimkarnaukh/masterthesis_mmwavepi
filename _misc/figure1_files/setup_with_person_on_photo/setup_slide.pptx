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21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1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718686-C091-6E47-4635-D27AACB517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97C88F79-BBE6-7351-53ED-2896AC6F28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30BE1CD-B8D6-D2C5-4B3F-7991BAA6A8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30/07/2025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8C949E0-BA6B-60DB-D4CC-55606C3E7A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79F20E1-26E2-B372-0F49-90995E1EFA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010426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F4F2AE0-74AF-3DD9-7A36-21FCF4D846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3AFDFD1-ACEF-2411-D04D-38143AC9C5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37B59CE5-F493-1C22-14CF-0588A079F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30/07/2025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C35042D-B127-7B9A-AFEB-2476FD9E5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7464D54E-CB75-E010-26E6-44E3DEDDF3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12936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298007-BEFC-F236-A13E-6CD8C5B44D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EE20F3DA-0A22-A5E3-BB76-F2D3198921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7568993-5781-F032-B023-FAE209F627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30/07/2025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EBE6EF35-BBEF-CA11-39F8-5A507995AA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E9B6017-016B-1DD3-B1F7-23ECF0DF8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82054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59FB2B7-9039-A97D-8830-29E23F42DA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14A6D401-DFBE-8865-6BA6-A9288861832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D3B07AA4-7E47-08EE-C0FC-D55E57B692E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77EC0ED3-B9ED-09BC-691B-C387636019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30/07/2025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C0E4C9A1-9782-4407-5346-EAC29C4CE1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345B606-AFFF-FA8A-3ECB-5D6A9DFC5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818433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793562C-3705-4CD3-8DD4-2EB5D8021E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2B45F39C-6296-6A5E-FABE-802C6B01C2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7DD80599-EE8E-1AF0-B75B-659BCE9FD3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CCB5569E-AA24-4C28-F856-E1C734470E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FB992B42-6A8C-1755-0EED-06A32DED888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68A98EFC-ABA4-0779-E705-C5295A817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30/07/2025</a:t>
            </a:fld>
            <a:endParaRPr lang="nl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1CD0BCC6-E9BE-94A1-FC19-B1ED754D78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D55FD0CA-B9C0-6A83-AFB6-2F134EB59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1864934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9494BA-F92B-677F-92BD-F96FB8E5F9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5080DA6C-0C61-4A62-6F02-DBAECB293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30/07/2025</a:t>
            </a:fld>
            <a:endParaRPr lang="nl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E59C9E40-F7F9-0BE0-7CD4-F795F1720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68827FE-8500-9424-7AC7-823923ACA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77158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8EBC8CEC-C22C-30EE-7466-8F634E9A58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30/07/2025</a:t>
            </a:fld>
            <a:endParaRPr lang="nl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328160C6-FB4A-7BAF-5FF1-6A682CD70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DD70A8AB-9BF3-4AA5-C2ED-293D9CF11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50137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EC1045-BA98-5748-D310-8706603DD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D8723CA-F865-22E2-3B96-1565848922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60CE44E9-956A-E55E-53AE-F9A6ED67C0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3B3ED25-BEB2-22B7-8D99-FAF6774DA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30/07/2025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0CC94DC-7199-7812-FD42-BDE157F21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3F8DECD2-5C13-986A-498E-C0D96EC2C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540856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43BA26-C09D-EBFB-5549-CB4D0C4EB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E5655CFC-17A3-15FB-02CE-2285DE3A531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1F00D582-3B56-D402-E733-6F30A2F3C0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E7013A-56AF-0C07-C9B2-86946060E2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30/07/2025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FF2B761F-6E09-F6E9-D40E-CC1FDAA345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9436202A-1DD3-6012-31BA-852BFC3B2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1398304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1F8BEBD-B0E2-E744-BEAD-5E5DA86F6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065444D-901A-293B-FFB5-FF068EC84C9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663A458-F4D4-7809-00AF-75DF3D60C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30/07/2025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9A6E17E-2AE7-7901-4C3E-F5351F0AD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3F0EC42D-EF38-6386-05B8-87A18CF1B4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2261588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80020A69-60CA-017B-C254-C7B435E71A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1D833613-E7BC-4B7B-AD31-D686E1A696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472B970E-1EB6-6BB6-F791-54BB6499C4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1088BA3-3677-42F1-90B8-66FDAEF4E117}" type="datetimeFigureOut">
              <a:rPr lang="nl-BE" smtClean="0"/>
              <a:t>30/07/2025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6804E56-51F7-D2F5-3030-CA1BD15952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D5F01E5-8762-4274-C9DD-822B7E927F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25274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9F2FF406-0245-E8D3-44F9-22FC3F638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A6BC809C-E4F6-50AA-6CD1-C4DA170B67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2CA0B09A-E17F-8C4E-907D-E9664C2BD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1088BA3-3677-42F1-90B8-66FDAEF4E117}" type="datetimeFigureOut">
              <a:rPr lang="nl-BE" smtClean="0"/>
              <a:t>30/07/2025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F924249-0C0D-DE22-A84B-448975B32F1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624A4236-3EA9-6302-8584-4BDA4E2C67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731C9C7-76D3-4D78-863F-F91DD94C754A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269697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Afbeelding 2" descr="Afbeelding met tekst, schoeisel, statief, overdekt&#10;&#10;Door AI gegenereerde inhoud is mogelijk onjuist.">
            <a:extLst>
              <a:ext uri="{FF2B5EF4-FFF2-40B4-BE49-F238E27FC236}">
                <a16:creationId xmlns:a16="http://schemas.microsoft.com/office/drawing/2014/main" id="{D9886B2B-87AC-15B1-4767-9E75B74689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85" y="211929"/>
            <a:ext cx="5153028" cy="3864771"/>
          </a:xfrm>
          <a:prstGeom prst="rect">
            <a:avLst/>
          </a:prstGeom>
        </p:spPr>
      </p:pic>
      <p:pic>
        <p:nvPicPr>
          <p:cNvPr id="11" name="Afbeelding 10" descr="Afbeelding met tekst, diagram, schermopname, lijn&#10;&#10;Door AI gegenereerde inhoud is mogelijk onjuist.">
            <a:extLst>
              <a:ext uri="{FF2B5EF4-FFF2-40B4-BE49-F238E27FC236}">
                <a16:creationId xmlns:a16="http://schemas.microsoft.com/office/drawing/2014/main" id="{86A77A4C-F2A2-129C-B43D-712F7160CA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7800" y="354843"/>
            <a:ext cx="6934200" cy="3578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370674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0</Words>
  <Application>Microsoft Office PowerPoint</Application>
  <PresentationFormat>Breedbeeld</PresentationFormat>
  <Paragraphs>0</Paragraphs>
  <Slides>1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Kantoorthema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Max Karnaukh</dc:creator>
  <cp:lastModifiedBy>Max Karnaukh</cp:lastModifiedBy>
  <cp:revision>5</cp:revision>
  <dcterms:created xsi:type="dcterms:W3CDTF">2025-07-23T21:09:39Z</dcterms:created>
  <dcterms:modified xsi:type="dcterms:W3CDTF">2025-07-30T00:29:54Z</dcterms:modified>
</cp:coreProperties>
</file>