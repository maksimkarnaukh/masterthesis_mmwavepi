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18686-C091-6E47-4635-D27AACB51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7C88F79-BBE6-7351-53ED-2896AC6F2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0BE1CD-B8D6-D2C5-4B3F-7991BAA6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8C949E0-BA6B-60DB-D4CC-55606C3E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9F20E1-26E2-B372-0F49-90995E1E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10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F2AE0-74AF-3DD9-7A36-21FCF4D8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AFDFD1-ACEF-2411-D04D-38143AC9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B59CE5-F493-1C22-14CF-0588A079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35042D-B127-7B9A-AFEB-2476FD9E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64D54E-CB75-E010-26E6-44E3DEDD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293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98007-BEFC-F236-A13E-6CD8C5B4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20F3DA-0A22-A5E3-BB76-F2D319892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7568993-5781-F032-B023-FAE209F6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E6EF35-BBEF-CA11-39F8-5A507995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9B6017-016B-1DD3-B1F7-23ECF0DF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205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FB2B7-9039-A97D-8830-29E23F42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A6D401-DFBE-8865-6BA6-A9288861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B07AA4-7E47-08EE-C0FC-D55E57B6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EC0ED3-B9ED-09BC-691B-C3876360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0E4C9A1-9782-4407-5346-EAC29C4C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345B606-AFFF-FA8A-3ECB-5D6A9DFC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184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3562C-3705-4CD3-8DD4-2EB5D80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B45F39C-6296-6A5E-FABE-802C6B01C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D80599-EE8E-1AF0-B75B-659BCE9FD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CB5569E-AA24-4C28-F856-E1C734470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B992B42-6A8C-1755-0EED-06A32DED8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8A98EFC-ABA4-0779-E705-C5295A81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CD0BCC6-E9BE-94A1-FC19-B1ED754D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55FD0CA-B9C0-6A83-AFB6-2F134EB5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864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494BA-F92B-677F-92BD-F96FB8E5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080DA6C-0C61-4A62-6F02-DBAECB29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9C9E40-F7F9-0BE0-7CD4-F795F172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68827FE-8500-9424-7AC7-823923AC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771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EBC8CEC-C22C-30EE-7466-8F634E9A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28160C6-FB4A-7BAF-5FF1-6A682CD7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70A8AB-9BF3-4AA5-C2ED-293D9CF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501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C1045-BA98-5748-D310-8706603D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8723CA-F865-22E2-3B96-156584892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0CE44E9-956A-E55E-53AE-F9A6ED67C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B3ED25-BEB2-22B7-8D99-FAF6774D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0CC94DC-7199-7812-FD42-BDE157F2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F8DECD2-5C13-986A-498E-C0D96EC2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408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3BA26-C09D-EBFB-5549-CB4D0C4E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5655CFC-17A3-15FB-02CE-2285DE3A5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F00D582-3B56-D402-E733-6F30A2F3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E7013A-56AF-0C07-C9B2-86946060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F2B761F-6E09-F6E9-D40E-CC1FDAA3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36202A-1DD3-6012-31BA-852BFC3B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98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8BEBD-B0E2-E744-BEAD-5E5DA86F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065444D-901A-293B-FFB5-FF068EC84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63A458-F4D4-7809-00AF-75DF3D60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A6E17E-2AE7-7901-4C3E-F5351F0A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F0EC42D-EF38-6386-05B8-87A18CF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615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0020A69-60CA-017B-C254-C7B435E71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D833613-E7BC-4B7B-AD31-D686E1A69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72B970E-1EB6-6BB6-F791-54BB6499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804E56-51F7-D2F5-3030-CA1BD159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5F01E5-8762-4274-C9DD-822B7E92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27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F2FF406-0245-E8D3-44F9-22FC3F63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BC809C-E4F6-50AA-6CD1-C4DA170B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A0B09A-E17F-8C4E-907D-E9664C2BD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924249-0C0D-DE22-A84B-448975B32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4A4236-3EA9-6302-8584-4BDA4E2C6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69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overdekt, schoeisel, statief, plafond&#10;&#10;Door AI gegenereerde inhoud is mogelijk onjuist.">
            <a:extLst>
              <a:ext uri="{FF2B5EF4-FFF2-40B4-BE49-F238E27FC236}">
                <a16:creationId xmlns:a16="http://schemas.microsoft.com/office/drawing/2014/main" id="{1B09724A-495D-2C8D-CEF8-9C48BA171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3" y="211930"/>
            <a:ext cx="5153027" cy="3864770"/>
          </a:xfrm>
          <a:prstGeom prst="rect">
            <a:avLst/>
          </a:prstGeom>
        </p:spPr>
      </p:pic>
      <p:pic>
        <p:nvPicPr>
          <p:cNvPr id="2" name="Afbeelding 1" descr="Afbeelding met tekst, diagram, schermopname, lijn&#10;&#10;Door AI gegenereerde inhoud is mogelijk onjuist.">
            <a:extLst>
              <a:ext uri="{FF2B5EF4-FFF2-40B4-BE49-F238E27FC236}">
                <a16:creationId xmlns:a16="http://schemas.microsoft.com/office/drawing/2014/main" id="{A3B1DCFA-CC54-5EC7-390F-75F320EC9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54843"/>
            <a:ext cx="6934200" cy="357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706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Karnaukh</dc:creator>
  <cp:lastModifiedBy>Max Karnaukh</cp:lastModifiedBy>
  <cp:revision>8</cp:revision>
  <dcterms:created xsi:type="dcterms:W3CDTF">2025-07-23T21:09:39Z</dcterms:created>
  <dcterms:modified xsi:type="dcterms:W3CDTF">2025-07-30T00:36:18Z</dcterms:modified>
</cp:coreProperties>
</file>