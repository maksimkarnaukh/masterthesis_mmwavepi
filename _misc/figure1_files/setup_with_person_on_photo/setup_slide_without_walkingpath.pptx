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F713D659-854E-8ED4-06C2-3808DB1AE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54844"/>
            <a:ext cx="6934200" cy="3578942"/>
          </a:xfrm>
          <a:prstGeom prst="rect">
            <a:avLst/>
          </a:prstGeom>
        </p:spPr>
      </p:pic>
      <p:pic>
        <p:nvPicPr>
          <p:cNvPr id="3" name="Afbeelding 2" descr="Afbeelding met schoeisel, overdekt, plafond, statief&#10;&#10;Door AI gegenereerde inhoud is mogelijk onjuist.">
            <a:extLst>
              <a:ext uri="{FF2B5EF4-FFF2-40B4-BE49-F238E27FC236}">
                <a16:creationId xmlns:a16="http://schemas.microsoft.com/office/drawing/2014/main" id="{BF363141-2860-9D61-805D-59D71E6C3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8" y="211930"/>
            <a:ext cx="5153027" cy="386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5</cp:revision>
  <dcterms:created xsi:type="dcterms:W3CDTF">2025-07-23T21:09:39Z</dcterms:created>
  <dcterms:modified xsi:type="dcterms:W3CDTF">2025-07-29T15:20:40Z</dcterms:modified>
</cp:coreProperties>
</file>